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7315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Guide for the Team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402336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 |  Santa Clara University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API?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1645920"/>
          </a:xfrm>
          <a:prstGeom prst="rect">
            <a:avLst/>
          </a:prstGeom>
          <a:solidFill>
            <a:srgbClr val="E0EF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Browser,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2468880"/>
            <a:ext cx="914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645920"/>
            <a:ext cx="1828800" cy="20116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84048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Middleman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52160" y="2468880"/>
            <a:ext cx="914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585216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49440" y="1828800"/>
            <a:ext cx="2011680" cy="1645920"/>
          </a:xfrm>
          <a:prstGeom prst="rect">
            <a:avLst/>
          </a:prstGeom>
          <a:solidFill>
            <a:srgbClr val="E0EF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0116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9494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Logic,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39319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waiter: you (client) place an order, the waiter (API) takes it to the kitchen (server), and brings back your food (response).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APIs Matter?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595360" cy="82296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5448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 in independent, reusable pieces that talk to each other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54480" y="2587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rebuild — connect to existing services (payments, maps, ML models)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8595360" cy="82296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54480" y="3547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different apps, languages, and platforms work together seamlessly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859536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554480" y="4507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exactly what data is exposed and who can access 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APIs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styles for different needs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1645920"/>
            <a:ext cx="1645920" cy="2743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HTTP methods (GET, POST, PUT, DELETE). Simple, stateless, resource-based. JSON format.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02336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154680"/>
            <a:ext cx="64008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GraphQL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3337560"/>
            <a:ext cx="16459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specifies exactly what data it needs. Single endpoint. Avoids over-fetching.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402336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463040"/>
            <a:ext cx="64008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gRPC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1645920"/>
            <a:ext cx="1645920" cy="27432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03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protocol (Protocol Buffers). Great for microservices. Bidirectional streaming.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3154680"/>
            <a:ext cx="4023360" cy="1463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54680"/>
            <a:ext cx="64008" cy="1463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337560"/>
            <a:ext cx="1645920" cy="27432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Legacy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XML-based protocol. Strict standards. Common in banking and healthcare systems.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— HTTP Methods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operations (CRUD)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59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19659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from server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16916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463040"/>
            <a:ext cx="19659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463040"/>
            <a:ext cx="196596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new data to server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34640" y="3566160"/>
            <a:ext cx="16916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19659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463040"/>
            <a:ext cx="19659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existing resource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16916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/users/123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95160" y="1463040"/>
            <a:ext cx="19659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463040"/>
            <a:ext cx="19659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0" y="3566160"/>
            <a:ext cx="16916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36118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/users/123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Status Codes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server tells you what happened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9748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 Success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Request succeeded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— New resource created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— Success, nothing to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69748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371600"/>
            <a:ext cx="269748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 Client Error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— Invalid syntax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— Authentication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— Resource doesn't exist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9748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371600"/>
            <a:ext cx="269748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 Server Error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Bad Gateway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Service Unavailable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Request &amp; Response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29260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/api/predict HTTP/1.1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api.payactiv.com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"batch_id": "abc-123",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"xgboost_v2"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743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20640" y="1554480"/>
            <a:ext cx="4023360" cy="29260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6"/>
          <p:cNvSpPr/>
          <p:nvPr/>
        </p:nvSpPr>
        <p:spPr>
          <a:xfrm>
            <a:off x="534924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"completed",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"predictions": 1500,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"high": 200, "med": 700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Endpoint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Headers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  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Body (JSON)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FastAPI Fit?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a Python framework for building REST APIs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6459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ML/Data APIs, modern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F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apps, prototypes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with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ecosystem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859536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 for Our Project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interactive API docs (Swagger UI at /docs)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validation with Pydantic (catches bad input automatically)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 support — handles many requests concurrently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 — works seamlessly with XGBoost, Pandas, NumPy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API — Payactiv EWA Predictor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0584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03120" y="1508760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4"/>
          <p:cNvSpPr/>
          <p:nvPr/>
        </p:nvSpPr>
        <p:spPr>
          <a:xfrm>
            <a:off x="3108960" y="10058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346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9120" y="1508760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Shape 7"/>
          <p:cNvSpPr/>
          <p:nvPr/>
        </p:nvSpPr>
        <p:spPr>
          <a:xfrm>
            <a:off x="5394960" y="100584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25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06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75120" y="1508760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0"/>
          <p:cNvSpPr/>
          <p:nvPr/>
        </p:nvSpPr>
        <p:spPr>
          <a:xfrm>
            <a:off x="7680960" y="1005840"/>
            <a:ext cx="1097280" cy="10972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3258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31520" y="3200400"/>
            <a:ext cx="640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5087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4632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service status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31520" y="3566160"/>
            <a:ext cx="6400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5087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84632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data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31520" y="3931920"/>
            <a:ext cx="64008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5087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/predict/{batch_id}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463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EWA predictions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31520" y="4297680"/>
            <a:ext cx="640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4297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5087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/predictions/{batch_id}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results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31520" y="4663440"/>
            <a:ext cx="640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50876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/predictions/{batch_id}/summary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84632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tier breakdown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a contract between a client and server — it defines how they communicate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848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the most common style: HTTP methods + JSON + stateless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9806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98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status code — learn the important ones (200, 201, 400, 401, 404, 500)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5112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gives us auto docs, validation, and async — ideal for our ML prediction 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245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224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Payactiv API: ingest CSV → preprocess → predict with XGBoost → return demand tiers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Fundamentals</dc:title>
  <dc:subject>PptxGenJS Presentation</dc:subject>
  <dc:creator>Mike</dc:creator>
  <cp:lastModifiedBy>Mike</cp:lastModifiedBy>
  <cp:revision>1</cp:revision>
  <dcterms:created xsi:type="dcterms:W3CDTF">2026-05-05T03:47:42Z</dcterms:created>
  <dcterms:modified xsi:type="dcterms:W3CDTF">2026-05-05T03:47:42Z</dcterms:modified>
</cp:coreProperties>
</file>